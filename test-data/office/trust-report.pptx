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AKF Trust Report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 Knowledge Format — Trust Metadata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Overall Trust Score: 0.87</a:t>
            </a:r>
          </a:p>
          <a:p>
            <a:r>
              <a:t>• Claims Verified: 83%</a:t>
            </a:r>
          </a:p>
          <a:p>
            <a:r>
              <a:t>• AI Contribution: 45%</a:t>
            </a:r>
          </a:p>
          <a:p>
            <a:r>
              <a:t>• Compliance Score: 0.85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EU AI Act: Compliant (0.85)</a:t>
            </a:r>
          </a:p>
          <a:p>
            <a:r>
              <a:t>• SOX: Compliant (0.92)</a:t>
            </a:r>
          </a:p>
          <a:p>
            <a:r>
              <a:t>• HIPAA: Compliant (0.88)</a:t>
            </a:r>
          </a:p>
          <a:p>
            <a:r>
              <a:t>• GDPR: Compliant (0.90)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akf-item.xml><?xml version="1.0" encoding="utf-8"?>
<akf:metadata xmlns:akf="https://akf.dev/v1">
<![CDATA[
{
  "claims": [
    {
      "c": "Presentation: trust-report",
      "t": 0.82,
      "src": "marketing"
    }
  ]
}
]]>  
</akf:metadata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