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Strategy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— Board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akf-item.xml><?xml version="1.0" encoding="utf-8"?>
<akf:metadata xmlns:akf="https://akf.dev/v1">
<![CDATA[
{
  "claims": [
    {
      "c": "Presentation: strategy-deck",
      "t": 0.82,
      "src": "marketing"
    }
  ]
}
]]>  
</akf:metadata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